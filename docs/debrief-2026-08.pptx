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Formerly Rigcheck. Four commits: rename, lessons, the rework (0c83f50), the nav pass (6b7733b). 38 files, +4,058 / -413.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 routes: review, menu, learn, post, profiles, tools. learn/post/profiles were placeholder views in render.js. findingCard already linked #/learn/&lt;id&gt;; every link 404'd in spirit.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js/data/lessons/: exposure (7), focus (7), colour (5), light (2), format-post (3). Drafted partly by agents from rules.js/gammas.js detail text, fact-checked against the repo, then integrated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is deliberate honesty: stills fields do not exist in blank(), so photo steps pretending to write would drift from reality. Tested: photo steps with a non-empty set[] fail content.test.mjs.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helpguide.sony.net/ilc/2320/v1/en, read 2026-08-28. Transcription agents wrote per-tab JSON; a coverage verifier checked the rows the site already modelled before anything was generated. Tab accent colours are approximated: the guide's art is grayscale.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FX-line documentation had leaked into the model. The fix follows the site's own ethos: the rule stays, labelled unverified, listed with the deliberate omissions; the config keeps colour.embedLut for old notes. Also gone: the Exposure Ctrl Type row my own draft lesson had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 README's own pattern for app-mode sites is a docked strip that rises when the bar auto-hides (.header-hidden ~ sibling). The patchDerived bug: utils.$ caches elements forever; the derived zone is replaced by every full render, so patches landed in a detached node. Latent since the original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tests/content.test.mjs holds the contracts: every learn, menu, ref, link, lesson and set[].path reference must resolve. Engine suite unchanged at 106. Line count from the collector over 7db5196..HEAD; no vendored or generated files in the diff.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rows go live via ref into js/data/menu.js; the content test catches dangling refs, but a new row still needs a human to decide which layer owns it. Splitting rules.js is queued for whoever touches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F9F9"/>
                </a:solidFill>
              </a:rPr>
              <a:t>Cadrage, reworked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86200" y="2651760"/>
            <a:ext cx="1371600" cy="50292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D87"/>
                </a:solidFill>
              </a:rPr>
              <a:t>From settings linter to camera school · August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41879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36E"/>
                </a:solidFill>
              </a:rPr>
              <a:t>2026-08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 / 19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The site did not match its owner's 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Three routes shipped saying Not built yet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26 review rules cited 13 missing lessons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322576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Camera view covered a movie-mode subset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8950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Nav ordered around the tool, not the learning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2 / 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63E5"/>
                </a:solidFill>
              </a:rPr>
              <a:t>"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9F9F9"/>
                </a:solidFill>
              </a:rPr>
              <a:t>Replicate the UI from the Sony a6700 to assist the full walkthrough of the camera menu.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3E5"/>
                </a:solidFill>
              </a:rPr>
              <a:t>— The brief, spelling normalised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3 / 19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Agenda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3E5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Learn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3E5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Walkthrough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8541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3E5"/>
                </a:solidFill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854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The camera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4 / 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F9F9"/>
                </a:solidFill>
              </a:rPr>
              <a:t>Learn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86200" y="2743200"/>
            <a:ext cx="1371600" cy="50292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D87"/>
                </a:solidFill>
              </a:rPr>
              <a:t>Basics before advanced, six tracks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5 / 19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Every claim in the curriculum names its source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24 lessons, six tracks, three levels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Exposure triangle and focus, basics to advanced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322576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Colour, light, format built from the rules'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8950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Each lesson links camera rows and calculators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39312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56432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Every rule's Read-why now lands somewhere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6 / 19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The Learn index</a:t>
            </a:r>
            <a:endParaRPr lang="en-US" sz="1900" dirty="0"/>
          </a:p>
        </p:txBody>
      </p:sp>
      <p:pic>
        <p:nvPicPr>
          <p:cNvPr id="4" name="Image 0" descr="Learn index with track sections and level chip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097280"/>
            <a:ext cx="6400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245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D87"/>
                </a:solidFill>
              </a:rPr>
              <a:t>Tracks in learning order; read state is a local checkmark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7 / 19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F9F9"/>
                </a:solidFill>
              </a:rPr>
              <a:t>Walkthrough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86200" y="2743200"/>
            <a:ext cx="1371600" cy="50292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D87"/>
                </a:solidFill>
              </a:rPr>
              <a:t>The camera, in dependency order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8 / 19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Video writes, photo teaches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051560"/>
            <a:ext cx="0" cy="320040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3E5"/>
                </a:solidFill>
              </a:rPr>
              <a:t>Video, 13 steps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CACA"/>
                </a:solidFill>
              </a:rPr>
              <a:t>• Format, exposure, colour, focus,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08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CACA"/>
                </a:solidFill>
              </a:rPr>
              <a:t>• Apply writes into the live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32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CACA"/>
                </a:solidFill>
              </a:rPr>
              <a:t>• Flicker-clean shutter computed per config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3E5"/>
                </a:solidFill>
              </a:rPr>
              <a:t>Photo, 11 steps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CACA"/>
                </a:solidFill>
              </a:rPr>
              <a:t>• Points at rows and explains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208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CACA"/>
                </a:solidFill>
              </a:rPr>
              <a:t>• Never writes: the setup models video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532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CACA"/>
                </a:solidFill>
              </a:rPr>
              <a:t>• Same lessons, same camera rows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9 / 19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The video pass</a:t>
            </a:r>
            <a:endParaRPr lang="en-US" sz="1900" dirty="0"/>
          </a:p>
        </p:txBody>
      </p:sp>
      <p:pic>
        <p:nvPicPr>
          <p:cNvPr id="4" name="Image 0" descr="Video walkthrough with phased steps and apply butto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097280"/>
            <a:ext cx="6400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245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D87"/>
                </a:solidFill>
              </a:rPr>
              <a:t>Each step: why, where on the camera, and Apply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10 / 19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F9F9"/>
                </a:solidFill>
              </a:rPr>
              <a:t>The camera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86200" y="2743200"/>
            <a:ext cx="1371600" cy="50292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D87"/>
                </a:solidFill>
              </a:rPr>
              <a:t>The a6700 menu, transcribed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11 / 19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The replica comes from the help guide, not memory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10-agent research pass over the official guide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8 tabs, 280 rows, verified screen layout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322576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Main is a tile grid, as the body draws 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8950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Arrows move, Enter descends, Escape is MENU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39312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56432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Live rows edit the setup; the rest say so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12 / 19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Movie Main</a:t>
            </a:r>
            <a:endParaRPr lang="en-US" sz="1900" dirty="0"/>
          </a:p>
        </p:txBody>
      </p:sp>
      <p:pic>
        <p:nvPicPr>
          <p:cNvPr id="4" name="Image 0" descr="The replica's Main tile screen with live values and finding flag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097280"/>
            <a:ext cx="6400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245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D87"/>
                </a:solidFill>
              </a:rPr>
              <a:t>Live values, finding flags, and the detail card with its lesson links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13 / 19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The transcription judged the site itself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Embed LUT File: not on this body. Was Sony spec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Rule downgraded to unverified, ships off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322576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Shutter Speed exists only as a Main tile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8950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Var. Shutter nests inside Anti-flicker Set.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14 / 19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Nav in the headbar: reviewed, and rejected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Header actions collapse into the mobile overflow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Three of five sections would hide behind a tap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322576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Rail became the headbar's second row instead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8950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Fixed: rail slid under the bar on scroll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39312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56432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Fixed: patches wrote to a detached node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15 / 19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Held by tests, not by memory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3E5"/>
                </a:solidFill>
              </a:rPr>
              <a:t>1,143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D87"/>
                </a:solidFill>
              </a:rPr>
              <a:t>Content assertions, all 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371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3E5"/>
                </a:solidFill>
              </a:rPr>
              <a:t>280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6888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D87"/>
                </a:solidFill>
              </a:rPr>
              <a:t>Menu rows transcribed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3E5"/>
                </a:solidFill>
              </a:rPr>
              <a:t>24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D87"/>
                </a:solidFill>
              </a:rPr>
              <a:t>Lessons across six tracks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371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3E5"/>
                </a:solidFill>
              </a:rPr>
              <a:t>+4,058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D87"/>
                </a:solidFill>
              </a:rPr>
              <a:t>Lines over 38 files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16 / 19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What it cost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Two data layers to keep aligned: tree and registry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Tab colours approximated; guide art is grayscale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322576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Engine still models video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91440" cy="91440"/>
          </a:xfrm>
          <a:prstGeom prst="ellipse">
            <a:avLst/>
          </a:prstGeom>
          <a:solidFill>
            <a:srgbClr val="0063E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8950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rules.js stays past the 500-line guideline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17 / 19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9F9"/>
                </a:solidFill>
              </a:rPr>
              <a:t>Still open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F9F9F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ACA"/>
                </a:solidFill>
              </a:rPr>
              <a:t>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Publish: repo, Pages, DNS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538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D87"/>
                </a:solidFill>
              </a:rPr>
              <a:t>docs/operations/publishing.md, end to 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E"/>
                </a:solidFill>
              </a:rPr>
              <a:t>TODO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ACA"/>
                </a:solidFill>
              </a:rPr>
              <a:t>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7099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OG image and hub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9293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D87"/>
                </a:solidFill>
              </a:rPr>
              <a:t>Hub card stays Soon until the site serves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17099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E"/>
                </a:solidFill>
              </a:rPr>
              <a:t>TODO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18541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ACA"/>
                </a:solidFill>
              </a:rPr>
              <a:t>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18541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Registry description update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40487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D87"/>
                </a:solidFill>
              </a:rPr>
              <a:t>Source script has other sessions' pending edits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21854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E"/>
                </a:solidFill>
              </a:rPr>
              <a:t>TODO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66090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6A6A"/>
                </a:solidFill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Fn menu defaults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8803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D87"/>
                </a:solidFill>
              </a:rPr>
              <a:t>Sony documents no factory defaults; needs a real body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26609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E"/>
                </a:solidFill>
              </a:rPr>
              <a:t>BLOCKED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ACA"/>
                </a:solidFill>
              </a:rPr>
              <a:t>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1363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ACA"/>
                </a:solidFill>
              </a:rPr>
              <a:t>Stills in the setup object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35584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D87"/>
                </a:solidFill>
              </a:rPr>
              <a:t>Deferred by design; photo track teaches without 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31363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E"/>
                </a:solidFill>
              </a:rPr>
              <a:t>TODO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18 / 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3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F9F9"/>
                </a:solidFill>
              </a:rPr>
              <a:t>One word ships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0063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2860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→ Say publish, and the runbook runs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D87"/>
                </a:solidFill>
              </a:rPr>
              <a:t>Repo, Pages, DNS, hub card: docs/operations/publishing.md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Cadrage · cadrage.neorgon.com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36E"/>
                </a:solidFill>
              </a:rPr>
              <a:t>19 / 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2026-08-28T22:00:32Z</dcterms:created>
  <dcterms:modified xsi:type="dcterms:W3CDTF">2026-08-28T22:00:32Z</dcterms:modified>
</cp:coreProperties>
</file>